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ora Medium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oraMedium-bold.fntdata"/><Relationship Id="rId12" Type="http://schemas.openxmlformats.org/officeDocument/2006/relationships/font" Target="fonts/Lora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oraMedium-boldItalic.fntdata"/><Relationship Id="rId14" Type="http://schemas.openxmlformats.org/officeDocument/2006/relationships/font" Target="fonts/LoraMedium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1bf0dc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1bf0dc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51bf0dc6d_0_2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51bf0dc6d_0_2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51bf0dc6d_0_2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51bf0dc6d_0_2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51bf0dc6d_0_2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51bf0dc6d_0_2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057225" y="2354850"/>
            <a:ext cx="30942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Riddle Challenge portal</a:t>
            </a:r>
            <a:br>
              <a:rPr b="1" lang="en-GB">
                <a:solidFill>
                  <a:schemeClr val="lt1"/>
                </a:solidFill>
              </a:rPr>
            </a:b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8">
                <a:solidFill>
                  <a:schemeClr val="lt1"/>
                </a:solidFill>
              </a:rPr>
              <a:t>By</a:t>
            </a:r>
            <a:endParaRPr b="1" sz="2208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8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8">
                <a:solidFill>
                  <a:schemeClr val="lt1"/>
                </a:solidFill>
              </a:rPr>
              <a:t>Sejal Singh</a:t>
            </a:r>
            <a:endParaRPr b="1" sz="2208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/>
              <a:t> 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Problem Statement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Many students enjoy solving riddles and brain-teasers, but most platforms are either complicated or lack an engaging interface.</a:t>
            </a: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Users often face difficulty in finding a simple and interactive platform where they can play riddles, track their progress, and compete with others.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The main problem is to design a </a:t>
            </a:r>
            <a:r>
              <a:rPr b="1" lang="en-GB" sz="1200">
                <a:solidFill>
                  <a:schemeClr val="dk1"/>
                </a:solidFill>
              </a:rPr>
              <a:t>simple, engaging, and interactive riddle platform</a:t>
            </a:r>
            <a:r>
              <a:rPr lang="en-GB" sz="1200">
                <a:solidFill>
                  <a:schemeClr val="dk1"/>
                </a:solidFill>
              </a:rPr>
              <a:t> where users can: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• Solve riddles in a structured way</a:t>
            </a: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• Navigate smoothly between pages</a:t>
            </a: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• View results and leaderboard</a:t>
            </a: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• Enjoy a clean and attractive interface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This project focuses on building a </a:t>
            </a:r>
            <a:r>
              <a:rPr b="1" lang="en-GB" sz="1200">
                <a:solidFill>
                  <a:schemeClr val="dk1"/>
                </a:solidFill>
              </a:rPr>
              <a:t>Riddle Challenge Portal</a:t>
            </a:r>
            <a:r>
              <a:rPr lang="en-GB" sz="1200">
                <a:solidFill>
                  <a:schemeClr val="dk1"/>
                </a:solidFill>
              </a:rPr>
              <a:t> that makes puzzle solving fun while maintaining smooth navigation and user interaction.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Screenshot 2026-03-05 at 6.06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0" y="130938"/>
            <a:ext cx="8995548" cy="48816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916250" y="259600"/>
            <a:ext cx="19191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Roboto"/>
                <a:ea typeface="Roboto"/>
                <a:cs typeface="Roboto"/>
                <a:sym typeface="Roboto"/>
              </a:rPr>
              <a:t>Your 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Roboto"/>
                <a:ea typeface="Roboto"/>
                <a:cs typeface="Roboto"/>
                <a:sym typeface="Roboto"/>
              </a:rPr>
              <a:t> Solution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96175" y="1225650"/>
            <a:ext cx="41643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To solve this problem, we developed a </a:t>
            </a:r>
            <a:r>
              <a:rPr b="1" lang="en-GB" sz="1100"/>
              <a:t>web-based Riddle Challenge Portal</a:t>
            </a:r>
            <a:r>
              <a:rPr lang="en-GB" sz="1100"/>
              <a:t> using </a:t>
            </a:r>
            <a:r>
              <a:rPr b="1" lang="en-GB" sz="1100"/>
              <a:t>HTML, CSS, and JavaScript</a:t>
            </a:r>
            <a:r>
              <a:rPr lang="en-GB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The system provides a clean interface where users can start the game, read riddles, enter answers, and view results.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5877000" y="259600"/>
            <a:ext cx="22062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oboto"/>
                <a:ea typeface="Roboto"/>
                <a:cs typeface="Roboto"/>
                <a:sym typeface="Roboto"/>
              </a:rPr>
              <a:t>Key features of the solution include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877000" y="1049500"/>
            <a:ext cx="2291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Play Section</a:t>
            </a:r>
            <a:r>
              <a:rPr lang="en-GB" sz="1100"/>
              <a:t> where users solve riddles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922600" y="1617700"/>
            <a:ext cx="22455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Result Page</a:t>
            </a:r>
            <a:r>
              <a:rPr lang="en-GB" sz="1100"/>
              <a:t> that shows user performance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922600" y="2160450"/>
            <a:ext cx="22455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Leaderboard</a:t>
            </a:r>
            <a:r>
              <a:rPr lang="en-GB" sz="1100"/>
              <a:t> to display top scores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935625" y="2909675"/>
            <a:ext cx="22455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Forum Section</a:t>
            </a:r>
            <a:r>
              <a:rPr lang="en-GB" sz="1100"/>
              <a:t> for discussion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955275" y="3444900"/>
            <a:ext cx="2206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Roboto"/>
                <a:ea typeface="Roboto"/>
                <a:cs typeface="Roboto"/>
                <a:sym typeface="Roboto"/>
              </a:rPr>
              <a:t>Smooth navigation between pages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781725" y="4190250"/>
            <a:ext cx="45951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The design focuses on </a:t>
            </a:r>
            <a:r>
              <a:rPr b="1" lang="en-GB" sz="1100"/>
              <a:t>minimal UI, easy navigation, and interactive gameplay</a:t>
            </a:r>
            <a:r>
              <a:rPr lang="en-GB" sz="1100"/>
              <a:t> to improve the user experience.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161975"/>
            <a:ext cx="6361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00">
                <a:solidFill>
                  <a:srgbClr val="000000"/>
                </a:solidFill>
              </a:rPr>
              <a:t>Working (</a:t>
            </a:r>
            <a:r>
              <a:rPr b="1" lang="en-GB" sz="2600">
                <a:solidFill>
                  <a:srgbClr val="000000"/>
                </a:solidFill>
              </a:rPr>
              <a:t>Method</a:t>
            </a:r>
            <a:r>
              <a:rPr b="1" lang="en-GB" sz="2600">
                <a:solidFill>
                  <a:srgbClr val="000000"/>
                </a:solidFill>
              </a:rPr>
              <a:t> / Mind Map)</a:t>
            </a:r>
            <a:endParaRPr b="1" sz="2600">
              <a:solidFill>
                <a:srgbClr val="000000"/>
              </a:solidFill>
            </a:endParaRPr>
          </a:p>
        </p:txBody>
      </p:sp>
      <p:pic>
        <p:nvPicPr>
          <p:cNvPr id="81" name="Google Shape;81;p16" title="Screenshot 2026-03-05 at 6.36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75" y="697975"/>
            <a:ext cx="8688000" cy="42213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700875" y="1037400"/>
            <a:ext cx="1912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51515"/>
                </a:solidFill>
              </a:rPr>
              <a:t>Step 1 — User Interaction</a:t>
            </a:r>
            <a:endParaRPr b="1" sz="1100">
              <a:solidFill>
                <a:srgbClr val="151515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766125" y="1549425"/>
            <a:ext cx="17820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/>
              <a:t>The user opens the portal and clicks the Play button to start solving riddles.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466450" y="808950"/>
            <a:ext cx="1912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Step 2 — Riddle Display</a:t>
            </a:r>
            <a:endParaRPr b="1" sz="1200">
              <a:solidFill>
                <a:srgbClr val="1515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587200" y="3286300"/>
            <a:ext cx="19125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Step 5 — Result and Leaderboard</a:t>
            </a:r>
            <a:endParaRPr b="1" sz="1200">
              <a:solidFill>
                <a:srgbClr val="1515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837925" y="2890375"/>
            <a:ext cx="14160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Step 4 — Score Calculation</a:t>
            </a:r>
            <a:endParaRPr b="1" sz="1200">
              <a:solidFill>
                <a:srgbClr val="1515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630200" y="909300"/>
            <a:ext cx="13812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Step 3 — Answer Processing</a:t>
            </a:r>
            <a:endParaRPr b="1" sz="1200">
              <a:solidFill>
                <a:srgbClr val="1515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666550" y="1264800"/>
            <a:ext cx="17538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A riddle question appears on the screen and the user can type their answer.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6379600" y="1630325"/>
            <a:ext cx="19125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JavaScript checks the entered answer and moves to the next riddle.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55125" y="3444900"/>
            <a:ext cx="20040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The system keeps track of the correct answers and calculates the final score.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481500" y="3862650"/>
            <a:ext cx="20562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After completing the riddles, the user can view their results and leaderboard ranking.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223000" y="2677075"/>
            <a:ext cx="2225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Technology used in the project:</a:t>
            </a:r>
            <a:endParaRPr b="1">
              <a:solidFill>
                <a:srgbClr val="1515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15300" y="3216775"/>
            <a:ext cx="2441100" cy="13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ora Medium"/>
                <a:ea typeface="Lora Medium"/>
                <a:cs typeface="Lora Medium"/>
                <a:sym typeface="Lora Medium"/>
              </a:rPr>
              <a:t>• HTML – for </a:t>
            </a:r>
            <a:r>
              <a:rPr lang="en-GB" sz="1100">
                <a:latin typeface="Lora Medium"/>
                <a:ea typeface="Lora Medium"/>
                <a:cs typeface="Lora Medium"/>
                <a:sym typeface="Lora Medium"/>
              </a:rPr>
              <a:t>web page</a:t>
            </a:r>
            <a:r>
              <a:rPr lang="en-GB" sz="1100">
                <a:latin typeface="Lora Medium"/>
                <a:ea typeface="Lora Medium"/>
                <a:cs typeface="Lora Medium"/>
                <a:sym typeface="Lora Medium"/>
              </a:rPr>
              <a:t> structure</a:t>
            </a:r>
            <a:endParaRPr sz="1100"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ora Medium"/>
                <a:ea typeface="Lora Medium"/>
                <a:cs typeface="Lora Medium"/>
                <a:sym typeface="Lora Medium"/>
              </a:rPr>
              <a:t>• CSS – for styling and responsive design</a:t>
            </a:r>
            <a:endParaRPr sz="1100"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ora Medium"/>
                <a:ea typeface="Lora Medium"/>
                <a:cs typeface="Lora Medium"/>
                <a:sym typeface="Lora Medium"/>
              </a:rPr>
              <a:t>• JavaScript – for logic, validation, and interaction</a:t>
            </a:r>
            <a:endParaRPr sz="1100"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 title="Screenshot 2026-03-05 at 7.12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000"/>
            <a:ext cx="8957877" cy="494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426725" y="168225"/>
            <a:ext cx="16905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b="1" sz="2300">
              <a:solidFill>
                <a:srgbClr val="1515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37675" y="918850"/>
            <a:ext cx="33288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The Riddle Challenge Portal successfully demonstrates how a simple web application can create an engaging and interactive puzzle experience.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The system provides an easy-to-use interface, smooth navigation, and dynamic interaction through JavaScript.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This project highlights the practical use of </a:t>
            </a:r>
            <a:r>
              <a:rPr b="1" lang="en-GB" sz="1100"/>
              <a:t>front-end web technologies</a:t>
            </a:r>
            <a:r>
              <a:rPr lang="en-GB" sz="1100"/>
              <a:t> in building interactive applications.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819575" y="677350"/>
            <a:ext cx="274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51515"/>
                </a:solidFill>
                <a:latin typeface="Roboto"/>
                <a:ea typeface="Roboto"/>
                <a:cs typeface="Roboto"/>
                <a:sym typeface="Roboto"/>
              </a:rPr>
              <a:t>Future Improvements</a:t>
            </a:r>
            <a:endParaRPr b="1" sz="1800">
              <a:solidFill>
                <a:srgbClr val="1515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754325" y="1166900"/>
            <a:ext cx="35247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ora Medium"/>
                <a:ea typeface="Lora Medium"/>
                <a:cs typeface="Lora Medium"/>
                <a:sym typeface="Lora Medium"/>
              </a:rPr>
              <a:t>• User login and authentication</a:t>
            </a:r>
            <a:endParaRPr sz="1600"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ora Medium"/>
                <a:ea typeface="Lora Medium"/>
                <a:cs typeface="Lora Medium"/>
                <a:sym typeface="Lora Medium"/>
              </a:rPr>
              <a:t>• Database integration for storing      scores</a:t>
            </a:r>
            <a:endParaRPr sz="1600"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ora Medium"/>
                <a:ea typeface="Lora Medium"/>
                <a:cs typeface="Lora Medium"/>
                <a:sym typeface="Lora Medium"/>
              </a:rPr>
              <a:t>• More riddles and difficulty levels</a:t>
            </a:r>
            <a:endParaRPr sz="1600"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ora Medium"/>
                <a:ea typeface="Lora Medium"/>
                <a:cs typeface="Lora Medium"/>
                <a:sym typeface="Lora Medium"/>
              </a:rPr>
              <a:t>• Multiplayer competition features</a:t>
            </a:r>
            <a:endParaRPr sz="1600"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08" name="Google Shape;108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